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030107a8544526" /><Relationship Type="http://schemas.openxmlformats.org/officeDocument/2006/relationships/extended-properties" Target="/docProps/app.xml" Id="R8f177aae2a914032" /><Relationship Type="http://schemas.openxmlformats.org/officeDocument/2006/relationships/officeDocument" Target="/ppt/presentation.xml" Id="R5968d631b56449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836707e82d4898"/>
  </p:sldMasterIdLst>
  <p:notesMasterIdLst>
    <p:notesMasterId xmlns:r="http://schemas.openxmlformats.org/officeDocument/2006/relationships" r:id="Rac9120573dc14e28"/>
  </p:notesMasterIdLst>
  <p:sldIdLst>
    <p:sldId xmlns:r="http://schemas.openxmlformats.org/officeDocument/2006/relationships" id="256" r:id="R6649f8a8aa1242fd"/>
    <p:sldId xmlns:r="http://schemas.openxmlformats.org/officeDocument/2006/relationships" id="257" r:id="R3aca1d851eb047fc"/>
    <p:sldId xmlns:r="http://schemas.openxmlformats.org/officeDocument/2006/relationships" id="258" r:id="R2b4c1714a9e44ce7"/>
    <p:sldId xmlns:r="http://schemas.openxmlformats.org/officeDocument/2006/relationships" id="259" r:id="R47fe54f1993b47f8"/>
    <p:sldId xmlns:r="http://schemas.openxmlformats.org/officeDocument/2006/relationships" id="260" r:id="Rdad70ab558214a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a76eba3cd54f24" /><Relationship Type="http://schemas.openxmlformats.org/officeDocument/2006/relationships/slideMaster" Target="/ppt/slideMasters/slideMaster1.xml" Id="R6a836707e82d4898" /><Relationship Type="http://schemas.openxmlformats.org/officeDocument/2006/relationships/notesMaster" Target="/ppt/notesMasters/notesMaster1.xml" Id="Rac9120573dc14e28" /><Relationship Type="http://schemas.openxmlformats.org/officeDocument/2006/relationships/presProps" Target="/ppt/presProps.xml" Id="Rb4ceb0d795fe4605" /><Relationship Type="http://schemas.openxmlformats.org/officeDocument/2006/relationships/tableStyles" Target="/ppt/tableStyles.xml" Id="Raf97d8b051c3448b" /><Relationship Type="http://schemas.openxmlformats.org/officeDocument/2006/relationships/slide" Target="/ppt/slides/slide1.xml" Id="R6649f8a8aa1242fd" /><Relationship Type="http://schemas.openxmlformats.org/officeDocument/2006/relationships/slide" Target="/ppt/slides/slide2.xml" Id="R3aca1d851eb047fc" /><Relationship Type="http://schemas.openxmlformats.org/officeDocument/2006/relationships/slide" Target="/ppt/slides/slide3.xml" Id="R2b4c1714a9e44ce7" /><Relationship Type="http://schemas.openxmlformats.org/officeDocument/2006/relationships/slide" Target="/ppt/slides/slide4.xml" Id="R47fe54f1993b47f8" /><Relationship Type="http://schemas.openxmlformats.org/officeDocument/2006/relationships/slide" Target="/ppt/slides/slide5.xml" Id="Rdad70ab558214a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5b400dee1d41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00f8dff864228" /><Relationship Type="http://schemas.openxmlformats.org/officeDocument/2006/relationships/notesMaster" Target="/ppt/notesMasters/notesMaster1.xml" Id="R8e783d5503f54e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5d2a2ad02a4a85" /><Relationship Type="http://schemas.openxmlformats.org/officeDocument/2006/relationships/notesMaster" Target="/ppt/notesMasters/notesMaster1.xml" Id="R33611316f79446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dc2f932c384867" /><Relationship Type="http://schemas.openxmlformats.org/officeDocument/2006/relationships/notesMaster" Target="/ppt/notesMasters/notesMaster1.xml" Id="Rca487a2d647248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2459f9050b43e8" /><Relationship Type="http://schemas.openxmlformats.org/officeDocument/2006/relationships/notesMaster" Target="/ppt/notesMasters/notesMaster1.xml" Id="Raaf2da91c96141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ae228a31994870" /><Relationship Type="http://schemas.openxmlformats.org/officeDocument/2006/relationships/notesMaster" Target="/ppt/notesMasters/notesMaster1.xml" Id="R985d57e035024a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Einstieg: Sponsoring läuft in vielen Organisationen über mehrere Werkzeuge. sponso bündelt den Ablauf vom Deal bis zum Nachweis.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Nicht die Partnerschaft ist kompliziert – ihre Informationen sind über zu viele Orte verteilt. Genau dort setzt sponso 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vier Schritte lassen sich entlang eines Events nachvollziehen. Aufgaben können aus den vereinbarten Sponsoringleistungen abgeleitet werden; Nachweise werden dem jeweiligen Sponsor zugeordnet.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Sponsorbereich ist auf das konkrete Event und den Sponsor zugeschnitten. Veranstalter können Dokumente intern halten oder gezielt für Sponsoren bereitstellen.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Abschluss: sponso hilft dabei, den Sponsoringprozess vom Vereinbaren bis zum dokumentierten Ergebnis zusammenzuhalten. Übergang: Fragen, konkretes Event oder Beispielablauf besprechen.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8af11878943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118a6585942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1033860fe46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e00ba46584e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b18fa0e574b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cab9a953445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E22A89-DEC8-438E-A072-89B87E2CD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C60444-1787-4CE4-89FA-D58D16D44C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BF5F8F-D27C-421C-B034-6DA31E50A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2E443A-BBEE-489C-9321-99F9F38E0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2C10FA-ABAF-403B-B13F-6127A9FF5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7F0A06-2899-4F2B-B73D-DDCE02114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BB5433-1B01-4D89-8809-361EC5C86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834BA1-E9C5-4F2A-8F97-C5E59897BF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D73C1B-B846-479F-BEEE-EB4D9246F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632E5B-1D8F-4455-9D69-16B112709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dd4278721451c" /><Relationship Type="http://schemas.openxmlformats.org/officeDocument/2006/relationships/slideLayout" Target="/ppt/slideLayouts/slideLayout1.xml" Id="Rc89b0c3ecb7149cc" /><Relationship Type="http://schemas.openxmlformats.org/officeDocument/2006/relationships/slideLayout" Target="/ppt/slideLayouts/slideLayout2.xml" Id="R57ecc938ce364c7b" /><Relationship Type="http://schemas.openxmlformats.org/officeDocument/2006/relationships/slideLayout" Target="/ppt/slideLayouts/slideLayout3.xml" Id="R10b7a89ccd7f414c" /><Relationship Type="http://schemas.openxmlformats.org/officeDocument/2006/relationships/slideLayout" Target="/ppt/slideLayouts/slideLayout4.xml" Id="R056adfebc9f04734" /><Relationship Type="http://schemas.openxmlformats.org/officeDocument/2006/relationships/slideLayout" Target="/ppt/slideLayouts/slideLayout5.xml" Id="Rc6d6f56019e04b59" /><Relationship Type="http://schemas.openxmlformats.org/officeDocument/2006/relationships/slideLayout" Target="/ppt/slideLayouts/slideLayout6.xml" Id="Rcbc8012e18a140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b0c3ecb7149cc"/>
    <p:sldLayoutId xmlns:r="http://schemas.openxmlformats.org/officeDocument/2006/relationships" id="2147483650" r:id="R57ecc938ce364c7b"/>
    <p:sldLayoutId xmlns:r="http://schemas.openxmlformats.org/officeDocument/2006/relationships" id="2147483651" r:id="R10b7a89ccd7f414c"/>
    <p:sldLayoutId xmlns:r="http://schemas.openxmlformats.org/officeDocument/2006/relationships" id="2147483652" r:id="R056adfebc9f04734"/>
    <p:sldLayoutId xmlns:r="http://schemas.openxmlformats.org/officeDocument/2006/relationships" id="2147483653" r:id="Rc6d6f56019e04b59"/>
    <p:sldLayoutId xmlns:r="http://schemas.openxmlformats.org/officeDocument/2006/relationships" id="2147483654" r:id="Rcbc8012e18a140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dea8c9daf4b5e" /><Relationship Type="http://schemas.openxmlformats.org/officeDocument/2006/relationships/notesSlide" Target="/ppt/notesSlides/notesSlide1.xml" Id="R90c62faecc6c4d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44775bcdc414e" /><Relationship Type="http://schemas.openxmlformats.org/officeDocument/2006/relationships/notesSlide" Target="/ppt/notesSlides/notesSlide2.xml" Id="R7754b2cc2fda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4d746be32476d" /><Relationship Type="http://schemas.openxmlformats.org/officeDocument/2006/relationships/notesSlide" Target="/ppt/notesSlides/notesSlide3.xml" Id="R886db99a94664b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0981db457430b" /><Relationship Type="http://schemas.openxmlformats.org/officeDocument/2006/relationships/notesSlide" Target="/ppt/notesSlides/notesSlide4.xml" Id="Rdeefc54a920a45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0a63fa05b4e04" /><Relationship Type="http://schemas.openxmlformats.org/officeDocument/2006/relationships/notesSlide" Target="/ppt/notesSlides/notesSlide5.xml" Id="R8283d9347abe47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7C26F-A4A8-4E09-9DF4-34DFE000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73F5B-6A51-4A6E-AB73-699FC6BB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CD425-40E1-40F2-A2A3-90D1EA9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04925"/>
            <a:ext cx="2476500" cy="38862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8EDE4-73B3-46C6-AD2C-D8AE880F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1714500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FC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03F21-CFF4-442A-AD92-4D287AFC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SPONSOR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A8269-A8BB-4B6F-83C3-A01FBDE7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240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Partnerschaft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F5E9B-9706-4FA9-B778-C32F308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70DC5-B9E1-404B-9CE8-1D62418D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99B"/>
                </a:solidFill>
                <a:latin typeface="Arial"/>
                <a:ea typeface="Arial"/>
                <a:cs typeface="Arial"/>
              </a:rPr>
              <a:t>LEISTUNG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370C7-33A6-433F-B2CE-530FE0B1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623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Nachweis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B4C49-B905-4D76-87E0-A1CFF41F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148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4F668-EE51-4521-8563-926BA85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38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1D90A-AC18-4A28-A0B3-187B4117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62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Event im Blick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6625D-B7C8-4352-B736-C7B5391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55A08-10C9-4637-B6D2-E7F57778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BEB01-150B-4397-B713-CC856436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28B70-5E26-4F3B-9611-C18EFD6B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8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87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769"/>
                </a:solidFill>
                <a:latin typeface="Arial"/>
                <a:ea typeface="Arial"/>
                <a:cs typeface="Arial"/>
              </a:rPr>
              <a:t>SPONSORING FÜR VERANSTALTER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2C27A-9058-4837-9ABB-8647BFFB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95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Weniger Abstimmung.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Mehr Überblick.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9805B-7DA1-478B-B7C5-993E0641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3DCE4"/>
                </a:solidFill>
                <a:latin typeface="Arial"/>
                <a:ea typeface="Arial"/>
                <a:cs typeface="Arial"/>
              </a:rPr>
              <a:t>Von der Vereinbarung bis zum Leistungsnachweis –</a:t>
            </a:r>
          </a:p>
          <a:p xmlns:a="http://schemas.openxmlformats.org/drawingml/2006/main">
            <a:pPr algn="l">
              <a:defRPr sz="1725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3DCE4"/>
                </a:solidFill>
                <a:latin typeface="Arial"/>
                <a:ea typeface="Arial"/>
                <a:cs typeface="Arial"/>
              </a:rPr>
              <a:t>alles rund um Sponsoring an einem 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FB28B-C2B0-4AE7-BBF3-AFB5E10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6CF91-214A-44D3-9AC4-AC97EE78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DC8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C8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C8D1"/>
                </a:solidFill>
                <a:latin typeface="Arial"/>
                <a:ea typeface="Arial"/>
                <a:cs typeface="Arial"/>
              </a:rPr>
              <a:t>Für Festivals, Stadtfeste, Vereine und Open-Air-Events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2D553-B032-4CDB-823F-153C9B63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DC8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BDC8D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C8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976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C7246-11CD-4216-9551-59DC7F93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DE526-E142-480F-9CEA-6B89CBD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A6E06-F888-4E1E-9B99-E422CD18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8E588-CAC2-4A22-9964-3743A126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DER ALLTAG HEUTE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9C954-C65B-46A3-A30A-88AFF80F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Gute Partnerschaften verdienen einen klaren Ablauf.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CE13D-381D-4D04-976F-3C360DB6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Informationen liegen oft verteilt – und jeder nächste Schritt braucht neue Abstimmung.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D6F1C-8885-47CD-B289-213017E1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AD7ED-4D61-4E68-928F-55A12255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4E02C-2838-42A9-9F16-EBE290CA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Absprachen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655BA-7AF0-4278-801D-058BCC7F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Angebote und Zusagen</a:t>
            </a:r>
          </a:p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in E-Mails und Dateien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C10B0-337E-43E3-888C-591E7714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4C8B8-218F-4499-B285-57282A77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527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087A1-D450-4ECB-9829-CA273E1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Umsetzung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86FE3-6535-4A70-B33A-EE96445A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Leistungen und Aufgaben</a:t>
            </a:r>
          </a:p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werden einzeln nachgehalten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17715-39DA-4D88-A226-A0B18709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357D0-C602-4FDD-8D14-E871EA7A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527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9CC23-CDF6-4CAF-B689-83938BBE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Nachweise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6BE8E-FB43-4EDA-A7D9-EBA5C3A9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Fotos und Belege landen</a:t>
            </a:r>
          </a:p>
          <a:p xmlns:a="http://schemas.openxmlformats.org/drawingml/2006/main">
            <a:pPr algn="l">
              <a:defRPr sz="142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an verschiedenen Orten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D455C-7CEA-47C7-8670-27695D7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Die Folge: unnötige Rückfragen – und ein Abschluss, der mehr Arbeit macht als nötig.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CBB9B-4EB1-40EF-9F8C-6DAC65D1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Sponsoring einfach organisiert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7BD85-7F97-41DF-8007-A671B67E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9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5307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B1A1AB-7077-4F93-8BF2-EDD07674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E1FDA-4934-4110-827B-D09A7F11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6419B-8124-4594-853E-C226FB1E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4ED3D-922A-4D83-B477-F29A86FC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EIN DURCHGÄNGIGER PROZESS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6D545-1FB9-4F65-A050-F910CBD5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Vom Sponsoring-Deal zum sichtbaren Ergebnis.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2D1F7-67CF-44A2-A7D2-5D9C634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 verbindet Vereinbarungen, Aufgaben und Nachweise in einem Event.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34A0F-B686-4A63-A32B-CE694B55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544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A7ED5-E847-4457-8B47-869FCAD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510D9-019E-4C6C-9A20-4034E97C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6E149-855D-4F6F-BBE9-C78452BE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Vereinbaren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D0EA5-0F7B-42A3-8E70-78E2C039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Sponsoren, Verträge</a:t>
            </a:r>
          </a:p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und Leistungen bündeln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1235B-F78B-407B-BB63-6E31F0F2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2CAD9-3044-498D-BBF2-5E2677D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58672-5361-4D7C-86AC-90DB6D0E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24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Organisieren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E2457-21AB-4BB1-BF42-794A9759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Aus Leistungen werden</a:t>
            </a:r>
          </a:p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konkrete Aufgaben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830AF-5237-480A-9B31-02A4DA69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8A3B9-B213-4C2F-82ED-D157D7BB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EFB05-408E-49EA-A8FA-94759D14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24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Dokumentieren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45FF2-BF20-478A-903B-BA4552AA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Fotos und Dateien</a:t>
            </a:r>
          </a:p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am Event festhalten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A518F-41A5-4698-8A6A-589E7AA6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0F37F-98A7-4026-9013-A41C9A0E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4E2034-8EDE-4A8B-AAC3-CFC16D1C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24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Belegen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231EE-2491-40A6-ABEE-EB51C86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910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Leistungsnachweis</a:t>
            </a:r>
          </a:p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pro Sponsor erstellen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22661-03DB-4523-A39E-8A8E800B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D8356-8AD8-490A-9242-909D943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Ein gemeinsamer Stand für das ganze Team – vom ersten Deal bis zum Abschlussbericht.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B284E-8761-4FB0-8ECC-056A60E1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Sponsoring einfach organisiert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19B60-BA63-41FD-AA43-E83E7DA5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9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6689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D9892-4939-46F1-AE68-88449C92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052AB-4E4A-4F03-97DF-8B823002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B81B7-87B6-4386-81BB-87D649F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0C0AC-D190-4FEF-A3E2-4C730884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ZUSAMMENARBEIT, DIE MITDENKT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B2831-8BC8-4080-A481-E85B0322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Auch Sponsoren sind im Ablauf eingebunden.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06680-DA64-41B7-A852-4C329041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Ein eigener Sponsorenbereich macht Vereinbarungen und Dateiaustausch nachvollziehbar.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CD3A4-7180-417D-ADAF-08532808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75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5B40"/>
                </a:solidFill>
                <a:latin typeface="Arial"/>
                <a:ea typeface="Arial"/>
                <a:cs typeface="Arial"/>
              </a:rPr>
              <a:t>VERANSTALTER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AAE15-D033-4BA2-8E18-92DF8903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Du behältst den Überblick.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A091E-D90D-448B-8637-61A4F70F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FA8F3-8A57-4F7F-B5A7-E5C4D726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Vereinbarte Leistungen je Sponsor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6C72C-BECD-428E-A225-264D1F7B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2B5F1-AEFB-4700-9D47-4B986B6D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052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Aufgaben und Erfüllungsstand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F3218-8AC8-4FD5-AD7B-C4CCB6FA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E1559-FDE5-4378-B30A-EFF91FAC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Dokumente mit Herkunft und Upload-Zeit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C675D-D71C-4911-B9C0-13FF1BDD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67000"/>
            <a:ext cx="190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6E256-3150-4F7E-8C3A-7EAC1D4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B8DC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B8D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B8DC4"/>
                </a:solidFill>
                <a:latin typeface="Arial"/>
                <a:ea typeface="Arial"/>
                <a:cs typeface="Arial"/>
              </a:rPr>
              <a:t>SPONSOR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0256F-6263-4DCF-8062-CA1D3131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384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Dein Partner arbeitet mit.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D276D-4B20-4DFF-9830-DD3269F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38C0D-2C82-4AC2-8997-E73C4F2A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38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Gebuchte Leistungen erneut einsehen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31568-1880-4806-A731-4F81D3A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19824-5A00-47CB-AFE4-E7BF8BDD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052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Angeforderte Unterlagen hochladen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6F691-0D30-4127-9617-BEB6D7FA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C7DF6-97C7-417F-88E0-EEE870FF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Bereitgestellte Dokumente abrufen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3BD3E-A7EF-4DD6-93DB-9087860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6299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90378-4887-4E02-B8D7-3E7CC32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1014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2D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2D40"/>
                </a:solidFill>
                <a:latin typeface="Arial"/>
                <a:ea typeface="Arial"/>
                <a:cs typeface="Arial"/>
              </a:rPr>
              <a:t>Ein persönlicher Zugang pro Sponsor und Event – ohne lose Datei-Anhänge in langen Mailverläufen.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D2C19-5455-4E90-A494-8E4DE76D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8899B"/>
                </a:solidFill>
                <a:latin typeface="Arial"/>
                <a:ea typeface="Arial"/>
                <a:cs typeface="Arial"/>
              </a:rPr>
              <a:t>Sponsoring einfach organisiert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86682-984D-4095-B27C-4A334F1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7889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9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9882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98074-C795-45DF-AD63-E32C5906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D4D4B-78A5-4F31-87F2-077F325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3048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4B7F2-B4E7-4F7E-95F0-576A40F2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E75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55A83-798E-42A7-A421-536643A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063EC-FAE4-4958-98A2-1360C2BC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AF10A-DC0C-40D6-BB6E-9C6BAE56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8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87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769"/>
                </a:solidFill>
                <a:latin typeface="Arial"/>
                <a:ea typeface="Arial"/>
                <a:cs typeface="Arial"/>
              </a:rPr>
              <a:t>MEHR ÜBERBLICK. WENIGER SUCHEN.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7ACAD-BF48-4748-8B93-F3BBB3D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Damit Sponsoring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auch im Alltag wirkt.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266FD-C874-4C9E-BFBC-3EEF1BAA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3DCE4"/>
                </a:solidFill>
                <a:latin typeface="Arial"/>
                <a:ea typeface="Arial"/>
                <a:cs typeface="Arial"/>
              </a:rPr>
              <a:t>Vereinbarungen werden zu Aufgaben.</a:t>
            </a:r>
          </a:p>
          <a:p xmlns:a="http://schemas.openxmlformats.org/drawingml/2006/main">
            <a:pPr algn="l">
              <a:defRPr sz="1650" b="0">
                <a:solidFill>
                  <a:srgbClr val="D3DC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3DCE4"/>
                </a:solidFill>
                <a:latin typeface="Arial"/>
                <a:ea typeface="Arial"/>
                <a:cs typeface="Arial"/>
              </a:rPr>
              <a:t>Aufgaben werden zu nachvollziehbaren Nachweisen.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4D15A-D8A9-4F23-A527-022B8A74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76699-178A-4727-BFD8-2440626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sponso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6FF02-AB53-42D1-8030-1E413734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543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DC8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DC8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C8D1"/>
                </a:solidFill>
                <a:latin typeface="Arial"/>
                <a:ea typeface="Arial"/>
                <a:cs typeface="Arial"/>
              </a:rPr>
              <a:t>Sponsoring einfach organisiert.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DF136-E823-41AF-9467-5F804A76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DC8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BDC8D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C8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9738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2026-10-16T21:07:07.3080000Z</dcterms:created>
  <dcterms:modified xsi:type="dcterms:W3CDTF">2026-10-16T21:07:07.3080000Z</dcterms:modified>
</coreProperties>
</file>