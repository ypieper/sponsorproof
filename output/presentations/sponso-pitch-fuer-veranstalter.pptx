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aac63066d14065" /><Relationship Type="http://schemas.openxmlformats.org/officeDocument/2006/relationships/extended-properties" Target="/docProps/app.xml" Id="R20f5634c75234236" /><Relationship Type="http://schemas.openxmlformats.org/officeDocument/2006/relationships/officeDocument" Target="/ppt/presentation.xml" Id="R0e8ec9b7d40d40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76a1fb05de4981"/>
  </p:sldMasterIdLst>
  <p:notesMasterIdLst>
    <p:notesMasterId xmlns:r="http://schemas.openxmlformats.org/officeDocument/2006/relationships" r:id="Rdb753449e0d143d0"/>
  </p:notesMasterIdLst>
  <p:sldIdLst>
    <p:sldId xmlns:r="http://schemas.openxmlformats.org/officeDocument/2006/relationships" id="256" r:id="R7da6fef624394361"/>
    <p:sldId xmlns:r="http://schemas.openxmlformats.org/officeDocument/2006/relationships" id="257" r:id="R326a61ff06174082"/>
    <p:sldId xmlns:r="http://schemas.openxmlformats.org/officeDocument/2006/relationships" id="258" r:id="Rd262e714cce34c23"/>
    <p:sldId xmlns:r="http://schemas.openxmlformats.org/officeDocument/2006/relationships" id="259" r:id="R8cf06356231a46e6"/>
    <p:sldId xmlns:r="http://schemas.openxmlformats.org/officeDocument/2006/relationships" id="260" r:id="R67296cf231b340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edac5efa4640a1" /><Relationship Type="http://schemas.openxmlformats.org/officeDocument/2006/relationships/slideMaster" Target="/ppt/slideMasters/slideMaster1.xml" Id="R1a76a1fb05de4981" /><Relationship Type="http://schemas.openxmlformats.org/officeDocument/2006/relationships/notesMaster" Target="/ppt/notesMasters/notesMaster1.xml" Id="Rdb753449e0d143d0" /><Relationship Type="http://schemas.openxmlformats.org/officeDocument/2006/relationships/presProps" Target="/ppt/presProps.xml" Id="Rae54b5c447d64e14" /><Relationship Type="http://schemas.openxmlformats.org/officeDocument/2006/relationships/tableStyles" Target="/ppt/tableStyles.xml" Id="R7640cffd67734f7f" /><Relationship Type="http://schemas.openxmlformats.org/officeDocument/2006/relationships/slide" Target="/ppt/slides/slide1.xml" Id="R7da6fef624394361" /><Relationship Type="http://schemas.openxmlformats.org/officeDocument/2006/relationships/slide" Target="/ppt/slides/slide2.xml" Id="R326a61ff06174082" /><Relationship Type="http://schemas.openxmlformats.org/officeDocument/2006/relationships/slide" Target="/ppt/slides/slide3.xml" Id="Rd262e714cce34c23" /><Relationship Type="http://schemas.openxmlformats.org/officeDocument/2006/relationships/slide" Target="/ppt/slides/slide4.xml" Id="R8cf06356231a46e6" /><Relationship Type="http://schemas.openxmlformats.org/officeDocument/2006/relationships/slide" Target="/ppt/slides/slide5.xml" Id="R67296cf231b340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18bc706c4448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f8dc5db25c4af8" /><Relationship Type="http://schemas.openxmlformats.org/officeDocument/2006/relationships/notesMaster" Target="/ppt/notesMasters/notesMaster1.xml" Id="Rbd90a91535fe41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ef14ed54de4582" /><Relationship Type="http://schemas.openxmlformats.org/officeDocument/2006/relationships/notesMaster" Target="/ppt/notesMasters/notesMaster1.xml" Id="R33c7d61a068d4e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986cb62e2e4d43" /><Relationship Type="http://schemas.openxmlformats.org/officeDocument/2006/relationships/notesMaster" Target="/ppt/notesMasters/notesMaster1.xml" Id="R955cacb1267f46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c09c6bc0034773" /><Relationship Type="http://schemas.openxmlformats.org/officeDocument/2006/relationships/notesMaster" Target="/ppt/notesMasters/notesMaster1.xml" Id="R3034022848a940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93c4a2873b40e3" /><Relationship Type="http://schemas.openxmlformats.org/officeDocument/2006/relationships/notesMaster" Target="/ppt/notesMasters/notesMaster1.xml" Id="R231bf9032fc843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Einstieg: Sponsoring läuft in vielen Organisationen über mehrere Werkzeuge. sponso bündelt den Ablauf vom Deal bis zum Nachweis.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Nicht die Partnerschaft ist kompliziert – ihre Informationen sind über zu viele Orte verteilt. Genau dort setzt sponso 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vier Schritte lassen sich entlang eines Events nachvollziehen. Aufgaben können aus den vereinbarten Sponsoringleistungen abgeleitet werden; Nachweise werden dem jeweiligen Sponsor zugeordnet.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 Sponsorbereich ist auf das konkrete Event und den Sponsor zugeschnitten. Veranstalter können Dokumente intern halten oder gezielt für Sponsoren bereitstellen.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Abschluss: sponso hilft dabei, den Sponsoringprozess vom Vereinbaren bis zum dokumentierten Ergebnis zusammenzuhalten. Übergang: Fragen, konkretes Event oder Beispielablauf besprechen.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1788414a14a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c67aa5de24f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8944ba33743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17a28b9b0d4e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3999041c84b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6891974d0541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5E5870-7634-4CDE-BDE6-2CB727248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C33881B-6845-475F-98AA-952CAF6E4F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17FDA26-3474-45FD-A6D3-D230250FF9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C60394-1B9C-4B4D-9798-FC2F5280C3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1DFC3A-E95C-4D6A-BC37-698D96EC3C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8FB919-5D18-4738-AA87-3ABA6C259D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54A114-601C-49D6-90EA-469823E4A2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C057E14-A98A-49B9-A833-CCF09F1C56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780908-EFD5-4B57-A97E-E4C9FADE21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7BE95E-5063-4915-A3B5-1EB3081C35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eedb6f3b874dc2" /><Relationship Type="http://schemas.openxmlformats.org/officeDocument/2006/relationships/slideLayout" Target="/ppt/slideLayouts/slideLayout1.xml" Id="Rb070a0314422400c" /><Relationship Type="http://schemas.openxmlformats.org/officeDocument/2006/relationships/slideLayout" Target="/ppt/slideLayouts/slideLayout2.xml" Id="Ra6cb8ba7bbca4091" /><Relationship Type="http://schemas.openxmlformats.org/officeDocument/2006/relationships/slideLayout" Target="/ppt/slideLayouts/slideLayout3.xml" Id="R928dbc071e68498f" /><Relationship Type="http://schemas.openxmlformats.org/officeDocument/2006/relationships/slideLayout" Target="/ppt/slideLayouts/slideLayout4.xml" Id="R324e2a730e754771" /><Relationship Type="http://schemas.openxmlformats.org/officeDocument/2006/relationships/slideLayout" Target="/ppt/slideLayouts/slideLayout5.xml" Id="R8b4f0db0988446a8" /><Relationship Type="http://schemas.openxmlformats.org/officeDocument/2006/relationships/slideLayout" Target="/ppt/slideLayouts/slideLayout6.xml" Id="R03d9a4d310f94b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70a0314422400c"/>
    <p:sldLayoutId xmlns:r="http://schemas.openxmlformats.org/officeDocument/2006/relationships" id="2147483650" r:id="Ra6cb8ba7bbca4091"/>
    <p:sldLayoutId xmlns:r="http://schemas.openxmlformats.org/officeDocument/2006/relationships" id="2147483651" r:id="R928dbc071e68498f"/>
    <p:sldLayoutId xmlns:r="http://schemas.openxmlformats.org/officeDocument/2006/relationships" id="2147483652" r:id="R324e2a730e754771"/>
    <p:sldLayoutId xmlns:r="http://schemas.openxmlformats.org/officeDocument/2006/relationships" id="2147483653" r:id="R8b4f0db0988446a8"/>
    <p:sldLayoutId xmlns:r="http://schemas.openxmlformats.org/officeDocument/2006/relationships" id="2147483654" r:id="R03d9a4d310f94b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38e249e45b4c5d" /><Relationship Type="http://schemas.openxmlformats.org/officeDocument/2006/relationships/notesSlide" Target="/ppt/notesSlides/notesSlide1.xml" Id="R9287b68b994d49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13de3088c44422" /><Relationship Type="http://schemas.openxmlformats.org/officeDocument/2006/relationships/notesSlide" Target="/ppt/notesSlides/notesSlide2.xml" Id="R266e27fd430740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98657a783349cf" /><Relationship Type="http://schemas.openxmlformats.org/officeDocument/2006/relationships/notesSlide" Target="/ppt/notesSlides/notesSlide3.xml" Id="R0bcf4c77daa84d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0b1ed4d0224b66" /><Relationship Type="http://schemas.openxmlformats.org/officeDocument/2006/relationships/notesSlide" Target="/ppt/notesSlides/notesSlide4.xml" Id="R2cca2226b7fa46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ca399081124682" /><Relationship Type="http://schemas.openxmlformats.org/officeDocument/2006/relationships/notesSlide" Target="/ppt/notesSlides/notesSlide5.xml" Id="R8310c24ff60e41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2D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E48A6-E937-422F-BD6D-F5B8F172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-142875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ECFD3-2860-43D7-B49D-0373F9B4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76625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014D7-727C-4495-8E53-E47A484E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304925"/>
            <a:ext cx="2476500" cy="38862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56F53-35FF-49DB-A842-58322D7F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95450"/>
            <a:ext cx="1714500" cy="904875"/>
          </a:xfrm>
          <a:prstGeom xmlns:a="http://schemas.openxmlformats.org/drawingml/2006/main" prst="roundRect">
            <a:avLst>
              <a:gd name="adj" fmla="val 18947"/>
            </a:avLst>
          </a:prstGeom>
          <a:solidFill xmlns:a="http://schemas.openxmlformats.org/drawingml/2006/main">
            <a:srgbClr val="FC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2FB5C-090D-4921-B02C-D220747E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57375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5B40"/>
                </a:solidFill>
                <a:latin typeface="Arial"/>
                <a:ea typeface="Arial"/>
                <a:cs typeface="Arial"/>
              </a:rPr>
              <a:t>SPONSOR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319A0-212D-40EB-960F-7B43B060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2407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Partnerschaft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9E122-3C3D-42D5-86A6-9BD76C67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7655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8C124-D0FA-49AF-90BC-3C38D706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95625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899B"/>
                </a:solidFill>
                <a:latin typeface="Arial"/>
                <a:ea typeface="Arial"/>
                <a:cs typeface="Arial"/>
              </a:rPr>
              <a:t>LEISTUNG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C69B2-CA31-4A5E-A014-497B9C24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623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Nachweis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86A78-C035-490B-BA63-86421AE0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148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0521E-9229-4CDF-A104-205EDDC1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38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05430-3A31-4196-A155-91BD0FB8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62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Event im Blick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9D51C-FF9A-4BFA-BA0C-AD35E364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0050" cy="40005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556DE-6B2C-424A-8AE9-A704DBD9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3B660-79C0-427C-A808-191EBAF8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sponso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3C5A3-EBC1-4164-AA2A-925A96A3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8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87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8769"/>
                </a:solidFill>
                <a:latin typeface="Arial"/>
                <a:ea typeface="Arial"/>
                <a:cs typeface="Arial"/>
              </a:rPr>
              <a:t>SPONSORING FÜR VERANSTALTER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715A5-9225-4344-87F2-B13908C8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953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Weniger Abstimmung.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Mehr Überblick.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6F47B-0F9F-4FB5-BA8E-80352FE9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3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3DCE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3DCE4"/>
                </a:solidFill>
                <a:latin typeface="Arial"/>
                <a:ea typeface="Arial"/>
                <a:cs typeface="Arial"/>
              </a:rPr>
              <a:t>Von der Vereinbarung bis zum Leistungsnachweis –</a:t>
            </a:r>
          </a:p>
          <a:p xmlns:a="http://schemas.openxmlformats.org/drawingml/2006/main">
            <a:pPr algn="l">
              <a:defRPr sz="1725" b="0">
                <a:solidFill>
                  <a:srgbClr val="D3DCE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3DCE4"/>
                </a:solidFill>
                <a:latin typeface="Arial"/>
                <a:ea typeface="Arial"/>
                <a:cs typeface="Arial"/>
              </a:rPr>
              <a:t>alles rund um Sponsoring an einem Ort.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957C2B-51F7-49C6-B40F-B9AB2032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3A345-FE8E-4FFB-83A0-BFB448F3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DC8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DC8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DC8D1"/>
                </a:solidFill>
                <a:latin typeface="Arial"/>
                <a:ea typeface="Arial"/>
                <a:cs typeface="Arial"/>
              </a:rPr>
              <a:t>Für Festivals, Stadtfeste, Vereine und Open-Air-Events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ACA65-6BC5-48E3-9152-A723340F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DC8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BDC8D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DC8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958109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FE6DD3-77FE-4FC3-8605-53E0C549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" cy="40005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3D9C7-9B95-42A2-BB71-5EA4EB02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A1758-0B92-450C-9D60-8814A3DB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sponso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548E4-6A5B-4E65-AB13-1B8EBA99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5B40"/>
                </a:solidFill>
                <a:latin typeface="Arial"/>
                <a:ea typeface="Arial"/>
                <a:cs typeface="Arial"/>
              </a:rPr>
              <a:t>DER ALLTAG HEUTE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39E9D-CCC0-4C50-91B1-9BD75E59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Gute Partnerschaften verdienen einen klaren Ablauf.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8386C-330C-44D9-92A5-35CB6C32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Informationen liegen oft verteilt – und jeder nächste Schritt braucht neue Abstimmung.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0A944-03EF-4C27-A1EA-793C27DC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75B4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239BD-593A-4DCC-85E3-D0719676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B314B-FA33-4571-94EA-F0C37A10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Absprachen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762AB-9BDA-43C2-8155-4FDE05FB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Angebote und Zusagen</a:t>
            </a:r>
          </a:p>
          <a:p xmlns:a="http://schemas.openxmlformats.org/drawingml/2006/main">
            <a:pPr algn="l">
              <a:defRPr sz="142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in E-Mails und Dateien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626B0-334D-415E-B5B4-0C7BE87A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75B4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83972-2B3C-4F63-A1B6-70521431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5277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635DB-1DA6-419D-B3FD-0080BCCA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Umsetzung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E0464-AB84-4D96-853A-4B11DB88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433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Leistungen und Aufgaben</a:t>
            </a:r>
          </a:p>
          <a:p xmlns:a="http://schemas.openxmlformats.org/drawingml/2006/main">
            <a:pPr algn="l">
              <a:defRPr sz="142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werden einzeln nachgehalten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F0030-5FE9-470B-9FDD-2415E9A9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146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75B4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92BC8-5F6B-4624-814E-8CB2AB5B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5277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34516B-8286-44BB-9EA0-76F7AACA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Nachweise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646A67-5AFB-4D0F-B5F2-F6158767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433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Fotos und Belege landen</a:t>
            </a:r>
          </a:p>
          <a:p xmlns:a="http://schemas.openxmlformats.org/drawingml/2006/main">
            <a:pPr algn="l">
              <a:defRPr sz="142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an verschiedenen Orten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4DA280-4427-45FC-BD46-AE715B6E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Die Folge: unnötige Rückfragen – und ein Abschluss, der mehr Arbeit macht als nötig.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E532E-D60E-40AA-96C7-89C13053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Sponsoring einfach organisiert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81182B-944F-4DF3-A772-93DAB543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89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56550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7B4345-60B7-4545-832C-1AA64322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" cy="40005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846FC-21F8-43D0-A8A2-659FFDC2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19ACC-76BE-4628-8223-3734D9E7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sponso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ED090-16EB-47FA-AAB4-8107A28B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5B40"/>
                </a:solidFill>
                <a:latin typeface="Arial"/>
                <a:ea typeface="Arial"/>
                <a:cs typeface="Arial"/>
              </a:rPr>
              <a:t>EIN DURCHGÄNGIGER PROZESS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1515B-E5CA-4725-A8C5-DAF588EB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Vom Sponsoring-Deal zum sichtbaren Ergebnis.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C9ABB-1EF7-4800-98A8-42526FEE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sponso verbindet Vereinbarungen, Aufgaben und Nachweise in einem Event.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20229-0C23-4841-B438-308B5AB8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9544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5FEAC-0A80-4C0E-8CC1-8FF554B4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3499D-50B6-4B4E-8574-CA9659C7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47594-EA45-4BEC-835E-E8461F5C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Vereinbaren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38CA4-4DE8-4115-B752-45720975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Sponsoren, Verträge</a:t>
            </a:r>
          </a:p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und Leistungen bündeln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2FEA4-FF8C-4272-B7B1-E7C4CB35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52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3836A-40DE-47F0-AAC8-85BA60C1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52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69F9A-9E79-4BD0-BB72-DCB3D964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242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Organisieren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D7F18-360A-470A-9AAB-50D4A554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910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Aus Leistungen werden</a:t>
            </a:r>
          </a:p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konkrete Aufgaben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52065-45F1-4043-9AFF-51FC41F0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A5870-8A54-486D-8AA7-4B55857D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CB7CF-92EE-458A-A3AE-4CF313D8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242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Dokumentieren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7FF416-71B3-4622-A121-C712040B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910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Fotos und Dateien</a:t>
            </a:r>
          </a:p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am Event festhalten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7C196-A927-45E5-A988-A834E255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52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43313E-7A7E-40D8-B99C-B593B628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52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318DBA-A8F6-4B8A-A2C0-F694E06A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7242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Belegen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24E7F3-21BE-4F84-8859-F0DA6BED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910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Leistungsnachweis</a:t>
            </a:r>
          </a:p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pro Sponsor erstellen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00A3ED-D7CF-47F5-822B-273070CB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96B0BF-0EE1-422F-BBEE-CC9AE0FE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Ein gemeinsamer Stand für das ganze Team – vom ersten Deal bis zum Abschlussbericht.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8D201E-D226-40D7-ACD6-EC27945A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Sponsoring einfach organisiert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1A0052-F6BB-4E13-8754-7DAA30E5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89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43491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B93BC4-A2E0-4BFB-9567-D0200BAA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" cy="40005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756AA-4D21-4EBD-8F3B-83BCA38F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2A71F-AD53-4A7A-AA1E-A18C9665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sponso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28F18-FBE3-4846-A797-4E5548C0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5B40"/>
                </a:solidFill>
                <a:latin typeface="Arial"/>
                <a:ea typeface="Arial"/>
                <a:cs typeface="Arial"/>
              </a:rPr>
              <a:t>ZUSAMMENARBEIT, DIE MITDENKT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95D6B-E8F8-438C-B6FD-27EDEDBB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Auch Sponsoren sind im Ablauf eingebunden.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58FB0-64E2-43A4-AC47-A29C399A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Ein eigener Sponsorenbereich macht Vereinbarungen und Dateiaustausch nachvollziehbar.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C78A3-9300-4E27-A194-28F0EEB3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5B40"/>
                </a:solidFill>
                <a:latin typeface="Arial"/>
                <a:ea typeface="Arial"/>
                <a:cs typeface="Arial"/>
              </a:rPr>
              <a:t>VERANSTALTER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40627-6295-44B6-935C-FC4E2F14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Du behältst den Überblick.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F1C4D-C5D2-4768-B654-002CC872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3CF98-7A81-449A-834A-AF831837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Vereinbarte Leistungen je Sponsor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DC723-7E8B-45CF-AA9F-900E586A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192A5-BF31-4D71-94B5-2E44A00C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052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Aufgaben und Erfüllungsstand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C38BD-70FC-4BFF-B037-74E9D8C3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B4528-DFB3-41B1-8779-0ACE19FE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Dokumente mit Herkunft und Upload-Zeit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54BBE-D70F-426E-99F4-EC9A30ED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67000"/>
            <a:ext cx="190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944E6-4815-4351-9809-1F02007D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670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B8DC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4B8D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B8DC4"/>
                </a:solidFill>
                <a:latin typeface="Arial"/>
                <a:ea typeface="Arial"/>
                <a:cs typeface="Arial"/>
              </a:rPr>
              <a:t>SPONSOR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F8637-714B-4131-BE59-860791DE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384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Dein Partner arbeitet mit.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F39C96-DF7F-406F-BE7E-B63C45DC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43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8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9C864-F08F-4331-92B8-1CF83332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385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Gebuchte Leistungen erneut einsehen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96755-FE8F-4ECB-A6B4-86A928FA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8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46AA5-95DA-49A2-B6A6-D8AE5CBE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052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Angeforderte Unterlagen hochladen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99EB9-9563-454E-B2AE-CF941EFD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7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8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39A49D-1D75-486E-AB71-AA6E27C7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720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Bereitgestellte Dokumente abrufen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D960C-B665-49BD-A358-1F2D27E1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6299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9EEB76-21B2-4599-B8C9-AB5EB803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1014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Ein persönlicher Zugang pro Sponsor und Event – ohne lose Datei-Anhänge in langen Mailverläufen.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30A069-A39C-42AC-AB17-9DD3425B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Sponsoring einfach organisiert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D10478-DE5E-4EBB-AE7A-5F2485E1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89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337184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92D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F0136-6DFB-49DB-AC42-42820420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2000250"/>
            <a:ext cx="5619750" cy="561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6BB33-91FF-452C-B490-1C861145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95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DCBEB-5F2E-48B5-8F2C-62EA330F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0050" cy="40005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CD65F-278C-49AF-AD8B-FCA741AE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08534-9E98-453A-A4CB-7E2FA5C8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8C0F8-40FC-4FEA-BB37-F84F70B1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8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87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8769"/>
                </a:solidFill>
                <a:latin typeface="Arial"/>
                <a:ea typeface="Arial"/>
                <a:cs typeface="Arial"/>
              </a:rPr>
              <a:t>MEHR ÜBERBLICK. WENIGER SUCHEN.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0CE0A-C76F-4531-8A39-1D86E879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Damit Sponsoring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auch im Alltag wirkt.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67B4F-F4DE-4465-9F22-1E2CE74E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3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3DCE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3DCE4"/>
                </a:solidFill>
                <a:latin typeface="Arial"/>
                <a:ea typeface="Arial"/>
                <a:cs typeface="Arial"/>
              </a:rPr>
              <a:t>Vereinbarungen werden zu Aufgaben.</a:t>
            </a:r>
          </a:p>
          <a:p xmlns:a="http://schemas.openxmlformats.org/drawingml/2006/main">
            <a:pPr algn="l">
              <a:defRPr sz="1650" b="0">
                <a:solidFill>
                  <a:srgbClr val="D3DCE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3DCE4"/>
                </a:solidFill>
                <a:latin typeface="Arial"/>
                <a:ea typeface="Arial"/>
                <a:cs typeface="Arial"/>
              </a:rPr>
              <a:t>Aufgaben werden zu nachvollziehbaren Nachweisen.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9E6FD-5A78-4C65-9598-4F358B23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B32C8-FC13-4AAC-A54E-E2BC32B3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sponso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FBFAC-6601-4691-99B5-93BC479D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5435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DC8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BDC8D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C8D1"/>
                </a:solidFill>
                <a:latin typeface="Arial"/>
                <a:ea typeface="Arial"/>
                <a:cs typeface="Arial"/>
              </a:rPr>
              <a:t>Sponsoring einfach organisiert.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F7953-A306-4F87-8C39-B3EBFC43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DC8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BDC8D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DC8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84173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2026-10-16T21:06:42.7090000Z</dcterms:created>
  <dcterms:modified xsi:type="dcterms:W3CDTF">2026-10-16T21:06:42.7090000Z</dcterms:modified>
</coreProperties>
</file>